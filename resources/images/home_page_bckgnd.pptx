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57B5-0978-7DBC-67C3-155E2B52C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CAAF6-8863-D71D-8AEF-D38C95DF2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3EF1-C617-0990-D9FC-47092C7C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DEDD7-3C95-85E3-6C93-03869253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C8992-92EB-5F67-7131-9323A8B1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4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BB41-CEA7-4A4D-29A4-DC0D4ADB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A7E39-C639-392D-332B-BA81F507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F280D-95C9-5D4D-51EA-EE637568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204DE-9940-798C-63A8-048B415B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17308-BEFD-FB79-F0D8-6476EEC6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F7C5-455E-0279-AF32-1431C2BB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89A9F-33FA-0FE2-7D39-25A54F705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16C84-B3B4-20B4-5A5E-08BFC2CC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DC801-A889-1923-56CE-31B79068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6C8C-7C10-F936-1126-3317AF26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7251-BD35-C576-3AC8-ED0413F2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5205-9475-51E5-D79C-E53132C89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9D3E5-8058-14DC-7B4D-574DF0776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9B9B-6BE8-4A4C-4720-5981377E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3D3A9-D4CE-DB1A-5514-D4CB148A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07941-54AE-ACEC-FEB8-31B2B752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1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E00E-9B85-1685-E8B4-41A26436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81115-3603-00B5-9376-BCAB6CBA0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3B648-7212-AEAB-E2E1-3C3B8213A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9DD9C-3D24-5049-C4E4-5DD081538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14C0B0-9992-983E-1616-BDAA971C0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46286-EA83-AEF8-6C96-24C14842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98E4C-A97E-BDED-33D9-BBFD4626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BFBC0-F7CC-B2B4-ED9F-6DA15133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5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5D5F7-1888-98E2-0E91-D60F2E3E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FE010-CCAC-2957-3625-289B6779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F7B99-9D67-D03A-6D5E-DFA7A0B0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DC89D-6BB6-8D80-FB73-2FA805EC4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9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037241-A1F8-C717-46D5-D74065E5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A306D-6A88-7E19-69BB-37A94FB1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17146-9982-603B-BD07-7CAC47B4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8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2E59-483A-8E9E-B5A3-754FA852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AE61-DDFD-B52D-30D7-553759586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DE518-7CFA-FCFB-F708-64023CFD7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D63B-8C86-AFAD-98B3-EC676B8F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B91D8-A4B6-446F-9196-4BCB03EB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1D21E-2906-0E5E-C0E1-8DCE6310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8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5C37-93FF-9883-568E-654DF871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DDF05-A38E-7964-5178-44148A039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BE631-3C10-695B-DD31-47187C561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1727B-0B09-710F-109E-8C1EE951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09387-A21B-2189-132C-A96CDF05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CE7-3558-F38F-358C-3F3C66E5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0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D83F-319B-E96D-ECCC-FF53E222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5657E-895C-B3FE-286A-8B21301A8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9D870-F614-BAD3-AD72-C325ABC3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BC4FF-F91D-53CE-9ADB-79DA6D73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54245-4ACD-C09E-30B1-D6D361A5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6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74466-F7A9-63FB-6B63-583AC868E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65D1E-6560-9454-2CD4-924C59162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5F85A-3121-AC6A-A0BF-ABCD9F27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BE62-285F-016F-7A52-FB7875F3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B54B-6705-7A61-F85D-6335D3ED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5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72A5B-34FA-E112-A238-087AE756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C50C6-9464-6249-1257-2CC05671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C2193-5F79-BA5C-48F1-5D7489437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7D611-C134-45E1-B179-A76E1D07BFCF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167D5-5B5F-6807-5DE1-0E0C5516B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4E0E5-64DE-B6DF-36EA-DCF5C29A2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81E6E-29C9-4A7C-9E31-1EE9489FA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6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22C5C7E-6C6A-C4B8-7B87-DF5E9B50ABC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FAA434-24CD-65C5-ECE5-B9743360653E}"/>
                </a:ext>
              </a:extLst>
            </p:cNvPr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2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569D4D-2C4A-E4BC-F5FF-DB7B0FF55B35}"/>
                </a:ext>
              </a:extLst>
            </p:cNvPr>
            <p:cNvSpPr/>
            <p:nvPr/>
          </p:nvSpPr>
          <p:spPr>
            <a:xfrm flipH="1">
              <a:off x="6096000" y="0"/>
              <a:ext cx="6096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2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A803D5-D5E7-BF76-8831-2D208FFEB384}"/>
                </a:ext>
              </a:extLst>
            </p:cNvPr>
            <p:cNvSpPr txBox="1"/>
            <p:nvPr/>
          </p:nvSpPr>
          <p:spPr>
            <a:xfrm>
              <a:off x="617584" y="1930410"/>
              <a:ext cx="10163423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ahoma" panose="020B0604030504040204" pitchFamily="34" charset="0"/>
                </a:rPr>
                <a:t>Advancing ultrafast laser development…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8E15A9-6AC9-FC9D-3F77-88FBD3EC9C1E}"/>
                </a:ext>
              </a:extLst>
            </p:cNvPr>
            <p:cNvSpPr txBox="1"/>
            <p:nvPr/>
          </p:nvSpPr>
          <p:spPr>
            <a:xfrm>
              <a:off x="5041872" y="3190473"/>
              <a:ext cx="6197466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ahoma" panose="020B0604030504040204" pitchFamily="34" charset="0"/>
                </a:rPr>
                <a:t>…for science, technology </a:t>
              </a:r>
              <a:r>
                <a:rPr lang="en-US" sz="2700" i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ahoma" panose="020B0604030504040204" pitchFamily="34" charset="0"/>
                </a:rPr>
                <a:t>&amp;</a:t>
              </a:r>
              <a:r>
                <a:rPr lang="en-US" sz="2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ahoma" panose="020B0604030504040204" pitchFamily="34" charset="0"/>
                </a:rPr>
                <a:t> society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982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DD903E-2448-95B3-0E1B-177BBD155362}"/>
              </a:ext>
            </a:extLst>
          </p:cNvPr>
          <p:cNvGrpSpPr/>
          <p:nvPr/>
        </p:nvGrpSpPr>
        <p:grpSpPr>
          <a:xfrm>
            <a:off x="0" y="609600"/>
            <a:ext cx="12192000" cy="452284"/>
            <a:chOff x="0" y="0"/>
            <a:chExt cx="12192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4D0C44-5946-4751-38DE-101A56258283}"/>
                </a:ext>
              </a:extLst>
            </p:cNvPr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2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008AA0-3A71-FF8F-8384-3C6142C0F57A}"/>
                </a:ext>
              </a:extLst>
            </p:cNvPr>
            <p:cNvSpPr/>
            <p:nvPr/>
          </p:nvSpPr>
          <p:spPr>
            <a:xfrm flipH="1">
              <a:off x="6096000" y="0"/>
              <a:ext cx="6096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2"/>
                </a:gs>
              </a:gsLst>
              <a:lin ang="4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931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a machine&#10;&#10;AI-generated content may be incorrect.">
            <a:extLst>
              <a:ext uri="{FF2B5EF4-FFF2-40B4-BE49-F238E27FC236}">
                <a16:creationId xmlns:a16="http://schemas.microsoft.com/office/drawing/2014/main" id="{3DA5D45F-1552-DE0E-40E3-7BF24E4EE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7" b="5567"/>
          <a:stretch>
            <a:fillRect/>
          </a:stretch>
        </p:blipFill>
        <p:spPr>
          <a:xfrm>
            <a:off x="7329516" y="1687483"/>
            <a:ext cx="2612967" cy="3483033"/>
          </a:xfrm>
          <a:prstGeom prst="rect">
            <a:avLst/>
          </a:prstGeom>
        </p:spPr>
      </p:pic>
      <p:pic>
        <p:nvPicPr>
          <p:cNvPr id="7" name="Picture 6" descr="A metal square with white and orange tubes&#10;&#10;AI-generated content may be incorrect.">
            <a:extLst>
              <a:ext uri="{FF2B5EF4-FFF2-40B4-BE49-F238E27FC236}">
                <a16:creationId xmlns:a16="http://schemas.microsoft.com/office/drawing/2014/main" id="{1EE5BAC7-2A9D-EA76-F6AB-4EC395901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996" y="1687483"/>
            <a:ext cx="2612967" cy="348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8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Hemmer</dc:creator>
  <cp:lastModifiedBy>Michael Hemmer</cp:lastModifiedBy>
  <cp:revision>9</cp:revision>
  <dcterms:created xsi:type="dcterms:W3CDTF">2025-07-24T03:30:49Z</dcterms:created>
  <dcterms:modified xsi:type="dcterms:W3CDTF">2025-08-03T04:06:53Z</dcterms:modified>
</cp:coreProperties>
</file>